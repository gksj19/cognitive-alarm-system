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A267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743200" cy="2743200"/>
          </a:xfrm>
          <a:prstGeom prst="ellipse">
            <a:avLst/>
          </a:prstGeom>
          <a:solidFill>
            <a:srgbClr val="241F5E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2620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APPLICATION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8778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Wellness &amp;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Habit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21792" y="3063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digital health application unifying cognitive smart-alarm wake-up protocols, daily habit tracking, and professional wellness coaching in one platform.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5074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53512" y="5074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53512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Categories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85232" y="5074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85232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Architecture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16952" y="5074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616952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Modes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4892040"/>
            <a:ext cx="9692640" cy="0"/>
          </a:xfrm>
          <a:prstGeom prst="line">
            <a:avLst/>
          </a:prstGeom>
          <a:noFill/>
          <a:ln w="12700">
            <a:solidFill>
              <a:srgbClr val="3A35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client-side React application built for speed, type-safety, and a fluid multi-device experience.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02536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587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916936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hooks with strict, type-safe interface definitions for profiles, challenges, habits, and badges.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71416" y="2002536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1416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71416" y="2587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Engine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71416" y="2916936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dev server delivering fast HMR and an optimized build pipeline.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17830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74736" y="2002536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7" name="Text 15"/>
          <p:cNvSpPr/>
          <p:nvPr/>
        </p:nvSpPr>
        <p:spPr>
          <a:xfrm>
            <a:off x="8174736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74736" y="2587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74736" y="2916936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utility-first styling with fluid responsive breakpoints (sm, md, lg, xl).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4224528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4809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8096" y="5138928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iconography suite giving intuitive visual cues across navigation and controls.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4005072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71416" y="4224528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27" name="Text 25"/>
          <p:cNvSpPr/>
          <p:nvPr/>
        </p:nvSpPr>
        <p:spPr>
          <a:xfrm>
            <a:off x="447141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71416" y="4809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Confetti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71416" y="5138928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animation engine providing instant visual reward feedback on challenge completion.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5280" y="4005072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74736" y="4224528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2" name="Text 30"/>
          <p:cNvSpPr/>
          <p:nvPr/>
        </p:nvSpPr>
        <p:spPr>
          <a:xfrm>
            <a:off x="817473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74736" y="4809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174736" y="5138928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global state management driving reactive, role-aware views.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· 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Access Control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defines clear permission boundaries across three operational roles.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157984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Alarms, cognitive challenges, personal habits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312E81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828800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Coach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34840" y="2157984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review, motivational notes &amp; goals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828800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38160" y="2157984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control &amp; analytics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10424160" cy="3429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803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/ Capability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8803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37120" y="28803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04960" y="28803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23260"/>
            <a:ext cx="10424160" cy="3429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232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&amp; Dismiss Smart Alarms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32232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37120" y="32232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04960" y="32232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042416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5661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Cognitive Wakeup Puzzles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5661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37120" y="35661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04960" y="35661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909060"/>
            <a:ext cx="10424160" cy="3429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090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Personal Daily Habits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39090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37120" y="39090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04960" y="39090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1042416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2519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AI Wellness Assistant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42519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37120" y="42519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04960" y="42519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4594860"/>
            <a:ext cx="10424160" cy="3429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5948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Assigned Client Roster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0" y="45948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37120" y="45948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04960" y="45948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4937760"/>
            <a:ext cx="1042416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9377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Motivational Notes &amp; Goals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0" y="49377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437120" y="49377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204960" y="49377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5280660"/>
            <a:ext cx="10424160" cy="3429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2806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Users to Coach Rosters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69280" y="52806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37120" y="52806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204960" y="52806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48640" y="5623560"/>
            <a:ext cx="1042416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56235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/ Demote User Roles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669280" y="56235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437120" y="56235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204960" y="56235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48640" y="5966460"/>
            <a:ext cx="10424160" cy="3429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" y="5966460"/>
            <a:ext cx="4983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Analytics &amp; Announcements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669280" y="59664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437120" y="59664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204960" y="5966460"/>
            <a:ext cx="1767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669280" y="2880360"/>
            <a:ext cx="0" cy="3429000"/>
          </a:xfrm>
          <a:prstGeom prst="line">
            <a:avLst/>
          </a:prstGeom>
          <a:noFill/>
          <a:ln w="9525">
            <a:solidFill>
              <a:srgbClr val="E5E3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37120" y="2880360"/>
            <a:ext cx="0" cy="3429000"/>
          </a:xfrm>
          <a:prstGeom prst="line">
            <a:avLst/>
          </a:prstGeom>
          <a:noFill/>
          <a:ln w="9525">
            <a:solidFill>
              <a:srgbClr val="E5E3F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04960" y="2880360"/>
            <a:ext cx="0" cy="3429000"/>
          </a:xfrm>
          <a:prstGeom prst="line">
            <a:avLst/>
          </a:prstGeom>
          <a:noFill/>
          <a:ln w="9525">
            <a:solidFill>
              <a:srgbClr val="E5E3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 · FEATURE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Application Features &amp; Functional Modules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5636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Alarm &amp; Cognitive Challenge Engine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alarm times, repeat days, custom sound themes, and difficulty tiers (Beginner, Intermediate, Advanced). The chime persists until a randomized cognitive puzzle is solved.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27355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1638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&amp; Streak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3520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logging of habits such as morning hydration, meditation, and sleep schedule. Consecutive-day streaks boost level progression and unlock milestone badges.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87375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7640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Wellness Assistant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5120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assistant offering real-time, contextual guidance on sleep hygiene, morning routines, and stress reduction.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95160" y="1417320"/>
            <a:ext cx="3977640" cy="4709160"/>
          </a:xfrm>
          <a:prstGeom prst="roundRect">
            <a:avLst>
              <a:gd name="adj" fmla="val 2299"/>
            </a:avLst>
          </a:prstGeom>
          <a:solidFill>
            <a:srgbClr val="1E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645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 Verification Protocol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269480" y="21945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time reached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2578608"/>
            <a:ext cx="0" cy="320040"/>
          </a:xfrm>
          <a:prstGeom prst="line">
            <a:avLst/>
          </a:prstGeom>
          <a:noFill/>
          <a:ln w="15875">
            <a:solidFill>
              <a:srgbClr val="5B56A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269480" y="2898648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2898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chime loop begins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3282696"/>
            <a:ext cx="0" cy="320040"/>
          </a:xfrm>
          <a:prstGeom prst="line">
            <a:avLst/>
          </a:prstGeom>
          <a:noFill/>
          <a:ln w="15875">
            <a:solidFill>
              <a:srgbClr val="5B56A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269480" y="3602736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0" y="36027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lockout view appears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52360" y="3986784"/>
            <a:ext cx="0" cy="320040"/>
          </a:xfrm>
          <a:prstGeom prst="line">
            <a:avLst/>
          </a:prstGeom>
          <a:noFill/>
          <a:ln w="15875">
            <a:solidFill>
              <a:srgbClr val="5B56A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269480" y="43068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4306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43068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solves cognitive puzzle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4690872"/>
            <a:ext cx="0" cy="320040"/>
          </a:xfrm>
          <a:prstGeom prst="line">
            <a:avLst/>
          </a:prstGeom>
          <a:noFill/>
          <a:ln w="15875">
            <a:solidFill>
              <a:srgbClr val="5B56A6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269480" y="5010912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7269480" y="5010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0" y="5010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verification confirmed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52360" y="5394960"/>
            <a:ext cx="0" cy="320040"/>
          </a:xfrm>
          <a:prstGeom prst="line">
            <a:avLst/>
          </a:prstGeom>
          <a:noFill/>
          <a:ln w="15875">
            <a:solidFill>
              <a:srgbClr val="5B56A6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269480" y="57150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2" name="Text 40"/>
          <p:cNvSpPr/>
          <p:nvPr/>
        </p:nvSpPr>
        <p:spPr>
          <a:xfrm>
            <a:off x="726948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0" y="5715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dismissed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 · COACH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Management &amp; Roster Assignment Engine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within the Administrator view, giving full control over wellness coaching staff and client rosters.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47672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37744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Avatar &amp;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2724912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&amp; Badge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1947672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71416" y="237744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Assigned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71416" y="2724912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Avg Habit Rating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71416" y="3072384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Performance Tier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1947672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Panel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74736" y="237744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 Users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4736" y="2724912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 Coach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Solved Issues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2702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Roster Assignment: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94760" y="4270248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client search filtering by name or email, with one-click Assign / Reassign / Unassign toggle buttons.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64608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64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8371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Status Removal: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94760" y="4837176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dialog automatically unassigns all clients and reverts them to Standard Member.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431536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431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54041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Metric Layout: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794760" y="5404104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3-column performance grid — Assigned, Habit Rating, Performance — with clear typography.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 · ADMINISTRATION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Administrative Control Center &amp; Analytics Hub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Analytics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summary cards for Total Users, Active Coaches, Average Morning Response Time, and System Snooze Rate.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46304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7373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0" y="1737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edit roles (user, coach, admin), reset passwords, or delete account profiles.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Announcements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urgent platform alerts or weekly health challenges to all users.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384048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411480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Creation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4800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publish system-wide cognitive challenges with customized point rewards and requirements.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 · USER JOURNEYS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Workflows &amp; User Journeys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Alarm &amp; Cognitive Challenge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312E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9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8541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2103120"/>
            <a:ext cx="2171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40330" y="18745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312E81"/>
          </a:solidFill>
          <a:ln/>
        </p:spPr>
      </p:sp>
      <p:sp>
        <p:nvSpPr>
          <p:cNvPr id="10" name="Text 8"/>
          <p:cNvSpPr/>
          <p:nvPr/>
        </p:nvSpPr>
        <p:spPr>
          <a:xfrm>
            <a:off x="2731770" y="1929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31770" y="218541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Screen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14850" y="2103120"/>
            <a:ext cx="2171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32020" y="18745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312E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3460" y="1929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3460" y="218541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Math / Logic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6540" y="2103120"/>
            <a:ext cx="2171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23710" y="18745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312E81"/>
          </a:solidFill>
          <a:ln/>
        </p:spPr>
      </p:sp>
      <p:sp>
        <p:nvSpPr>
          <p:cNvPr id="18" name="Text 16"/>
          <p:cNvSpPr/>
          <p:nvPr/>
        </p:nvSpPr>
        <p:spPr>
          <a:xfrm>
            <a:off x="6915150" y="1929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15150" y="218541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Stops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98230" y="2103120"/>
            <a:ext cx="2171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15400" y="18745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312E81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1929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218541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Streak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246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Coach–Client Interaction Workflow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5F3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776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4032504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assigns Client A to Coach Marcus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26080" y="4023360"/>
            <a:ext cx="24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69920" y="37033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5F3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9648" y="3776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79648" y="4032504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reviews sleep &amp; habit logs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47360" y="4023360"/>
            <a:ext cx="24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91200" y="37033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5F3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0928" y="3776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00928" y="4032504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sends weekly goal message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168640" y="4023360"/>
            <a:ext cx="24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12480" y="37033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5F3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22208" y="3776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22208" y="4032504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receives notification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1E1B4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16636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journeys close the loop between self-directed wellness and human coaching — every user action produces a visible, trackable outcome for the role above it.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 · CODEBASE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Details &amp; Code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(AppContext.tsx)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AppContextType {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currentUser: UserProfile;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currentRole: UserRole;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users: UserProfile[];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alarms: Alarm[];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habits: Habit[];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challenges: Challenge[];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messages: Message[];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Handler Actions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assignUserToCoach(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userId, coachId, coachName?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 void;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updateUserRole(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userId, newRole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 void;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deleteUser(userId): void;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8932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Hierarchy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App.tsx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32520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Root &amp; Providers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23500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context/AppContext.tsx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32520" y="23500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State Provider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37960" y="27340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components/admin/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32520" y="2734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AdminDashboard.tsx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37960" y="311810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components/coach/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32520" y="31181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CoachDashboard.tsx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37960" y="35021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components/user/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32520" y="35021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AlarmEngine.tsx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32520" y="3886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CognitiveChallengeModal.tsx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732520" y="42702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HabitTracker.tsx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32520" y="46542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UserDashboard.tsx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503834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components/mobile/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32520" y="5038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MobileFrame.tsx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 ·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Persistence &amp; Performance Strategies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312E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Initialization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 mock datasets allow instant testing across all roles without initial database setup delays.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55448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828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Continuity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2648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 switches update seamlessly across all views via React's reactive state propagation.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312E81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Color Contrast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slates, vibrant purples, and emerald greens are chosen to ensure legibility for every user.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37490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Touch Targets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26480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interactive controls maintain minimum touch dimensions of 44px or greater on mobile viewports.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2A267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41F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·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Evaluation &amp; Project Conclusion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tri-role portal integrating Standard Users, Wellness Coaches, and Administrators simultaneously.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85292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52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807208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verification successfully prevents snooze habits through mandatory puzzle completion.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69417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694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648456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flawless roster assignment engine with clean UI alignment, assignment modals, and coach demotion workflows.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535424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35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489704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modern design styled with Tailwind CSS v4, supporting both Mobile Emulator and Desktop views.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1554480"/>
            <a:ext cx="4663440" cy="4572000"/>
          </a:xfrm>
          <a:prstGeom prst="roundRect">
            <a:avLst>
              <a:gd name="adj" fmla="val 2000"/>
            </a:avLst>
          </a:prstGeom>
          <a:solidFill>
            <a:srgbClr val="2A2670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Remarks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224028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Wellness &amp; Smart Habit Platform delivers a complete full-stack client-side application. By connecting smart wake-up routines with accountability and coach oversight, it provides a comprehensive digital environment for daily health optimization.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4160520"/>
            <a:ext cx="4114800" cy="0"/>
          </a:xfrm>
          <a:prstGeom prst="line">
            <a:avLst/>
          </a:prstGeom>
          <a:noFill/>
          <a:ln w="12700">
            <a:solidFill>
              <a:srgbClr val="3A35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4617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· Context API · Modular Roles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23760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23760" y="5349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· Mobile + Desktop Layouts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Wellness &amp; Smart Habit Platform</dc:title>
  <dc:subject>PptxGenJS Presentation</dc:subject>
  <dc:creator>System Architecture Report</dc:creator>
  <cp:lastModifiedBy>System Architecture Report</cp:lastModifiedBy>
  <cp:revision>1</cp:revision>
  <dcterms:created xsi:type="dcterms:W3CDTF">2026-08-07T14:03:37Z</dcterms:created>
  <dcterms:modified xsi:type="dcterms:W3CDTF">2026-08-07T14:03:37Z</dcterms:modified>
</cp:coreProperties>
</file>