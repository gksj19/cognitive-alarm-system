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COGNITIVE ALARM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— Backend Engineering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F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Challenges &amp; Verification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&amp; 4  ·  Puzzle Generation, Verification, Evaluation &amp; Analytics Engines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120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/home/claude/icons/m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5244084"/>
            <a:ext cx="576072" cy="5760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48840" y="5120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log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284" y="5244084"/>
            <a:ext cx="576072" cy="5760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66160" y="5120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icons/mem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5244084"/>
            <a:ext cx="576072" cy="5760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83480" y="5120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/home/claude/icons/wo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5244084"/>
            <a:ext cx="576072" cy="5760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0" y="5120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4" descr="/home/claude/icons/patte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244" y="5244084"/>
            <a:ext cx="576072" cy="57607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818120" y="5120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5" descr="/home/claude/icons/ridd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1564" y="5244084"/>
            <a:ext cx="576072" cy="57607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235440" y="5120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6" descr="/home/claude/icons/quiz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8884" y="5244084"/>
            <a:ext cx="576072" cy="57607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WEEK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Challenges &amp; Verification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scope for this milestone: build the engine that generates, serves, verifies, evaluates, and measures every wake-up puzzle.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8F1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TASKS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3865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585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cognitive challenge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0723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9443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puzzle generation workflows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7581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630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wake-up verification mechanisms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4439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159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challenge evaluation systems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51297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001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challenge analytics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16459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OUTCOMES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29400" y="2423160"/>
            <a:ext cx="146304" cy="146304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challenge engine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across 7 categories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29400" y="3383280"/>
            <a:ext cx="146304" cy="146304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verification workflows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3593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end-to-end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4343400"/>
            <a:ext cx="146304" cy="146304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evaluation system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4553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and integrated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Module — Repository-Pattern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(async) · the challenges module follows the same layered pattern as auth, alarms, and habits.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89280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icons/rou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1988820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/api/v1/challenges endpoints; validates requests via Pydantic schemas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69164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11" name="Shape 8"/>
          <p:cNvSpPr/>
          <p:nvPr/>
        </p:nvSpPr>
        <p:spPr>
          <a:xfrm>
            <a:off x="4251960" y="189280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icons/ser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972" y="1988820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logic — puzzle selection, difficulty resolution, orchestration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69164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16" name="Shape 12"/>
          <p:cNvSpPr/>
          <p:nvPr/>
        </p:nvSpPr>
        <p:spPr>
          <a:xfrm>
            <a:off x="7040880" y="189280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icons/gene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92" y="1988820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Category-specific generators produce math, logic, memory &amp; word puzzles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823960" y="169164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21" name="Shape 16"/>
          <p:cNvSpPr/>
          <p:nvPr/>
        </p:nvSpPr>
        <p:spPr>
          <a:xfrm>
            <a:off x="9829800" y="189280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/home/claude/icons/valid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5812" y="1988820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00684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Answer-checking and input validation logic per challenge type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40690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26" name="Shape 20"/>
          <p:cNvSpPr/>
          <p:nvPr/>
        </p:nvSpPr>
        <p:spPr>
          <a:xfrm>
            <a:off x="1463040" y="42702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4" descr="/home/claude/icons/reposito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052" y="4366260"/>
            <a:ext cx="448056" cy="4480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436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40080" y="5349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DB access — challenge bank, attempts, analytics tables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246120" y="40690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31" name="Shape 24"/>
          <p:cNvSpPr/>
          <p:nvPr/>
        </p:nvSpPr>
        <p:spPr>
          <a:xfrm>
            <a:off x="4251960" y="42702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2" name="Image 5" descr="/home/claude/icons/mode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72" y="4366260"/>
            <a:ext cx="448056" cy="4480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38328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3429000" y="5349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models: Challenge, ChallengeAttempt, ChallengeCategory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035040" y="40690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36" name="Shape 28"/>
          <p:cNvSpPr/>
          <p:nvPr/>
        </p:nvSpPr>
        <p:spPr>
          <a:xfrm>
            <a:off x="7040880" y="42702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7" name="Image 6" descr="/home/claude/icons/excep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6892" y="4366260"/>
            <a:ext cx="448056" cy="4480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17220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6217920" y="5349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errors — invalid answer, expired challenge, retry limit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8823960" y="406908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E8F1F5"/>
          </a:solidFill>
          <a:ln/>
        </p:spPr>
      </p:sp>
      <p:sp>
        <p:nvSpPr>
          <p:cNvPr id="41" name="Shape 32"/>
          <p:cNvSpPr/>
          <p:nvPr/>
        </p:nvSpPr>
        <p:spPr>
          <a:xfrm>
            <a:off x="9829800" y="42702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2" name="Image 7" descr="/home/claude/icons/evalu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5812" y="4366260"/>
            <a:ext cx="448056" cy="44805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96112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9006840" y="5349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request/response contracts for each challenge type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Data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existing async SQLAlchemy schema (Role → User → Profile) with challenge-specific entities.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36118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UUID (PK)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8620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 Enum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3467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subtype: String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8313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difficulty: Enum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315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JSON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answer_key: String (hashed)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691640"/>
            <a:ext cx="36118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691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CHALLENGE_ATTEMPT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UUID (PK)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28620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user_id: UUID (FK)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33467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challenge_id: UUID (FK)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38313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alarm_id: UUID (FK)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4315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is_correct: Boolean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time_taken_ms: Integer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52852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attempted_at: DateTime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38160" y="1691640"/>
            <a:ext cx="36118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1691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CHALLENGE_ANALYTICS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UUID (PK)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6760" y="28620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user_id: UUID (FK)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33467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 Enum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38313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completion_rate: Float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4315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avg_accuracy: Float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66760" y="4800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avg_response_ms: Integer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77640" y="3611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18120" y="3611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CHALLENGE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Challenge Categories, 20+ Puzzle Subtypes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is served by a dedicated generator behind a common ChallengeService interface.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m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97510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926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· Percentage · Algebra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00984" y="16916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3483864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icons/log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97510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3864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83864" y="2926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patterns · Logical reasoning · Missing element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44768" y="16916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16" name="Shape 12"/>
          <p:cNvSpPr/>
          <p:nvPr/>
        </p:nvSpPr>
        <p:spPr>
          <a:xfrm>
            <a:off x="6327648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icons/mem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97510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27648" y="2926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recall · Word recall · Position-based · Image sequence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988552" y="16916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21" name="Shape 16"/>
          <p:cNvSpPr/>
          <p:nvPr/>
        </p:nvSpPr>
        <p:spPr>
          <a:xfrm>
            <a:off x="9171432" y="1892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icons/wo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197510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71432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Games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71432" y="2926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Unscramble · Synonym · Antonym · Themed vocabulary (peaceful, motivated, energetic, joyful)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4178808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26" name="Shape 20"/>
          <p:cNvSpPr/>
          <p:nvPr/>
        </p:nvSpPr>
        <p:spPr>
          <a:xfrm>
            <a:off x="640080" y="437997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icons/patte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46227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080" y="5047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40080" y="541324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sequence · Color pattern · Number progression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00984" y="4178808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31" name="Shape 24"/>
          <p:cNvSpPr/>
          <p:nvPr/>
        </p:nvSpPr>
        <p:spPr>
          <a:xfrm>
            <a:off x="3483864" y="437997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/home/claude/icons/ridd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46227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83864" y="5047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Riddles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3483864" y="541324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reasoning · Everyday logic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144768" y="4178808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36" name="Shape 28"/>
          <p:cNvSpPr/>
          <p:nvPr/>
        </p:nvSpPr>
        <p:spPr>
          <a:xfrm>
            <a:off x="6327648" y="437997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6" descr="/home/claude/icons/quiz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4462272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27648" y="5047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Quizzes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6327648" y="541324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· Science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988552" y="4178808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sp>
        <p:nvSpPr>
          <p:cNvPr id="41" name="Text 32"/>
          <p:cNvSpPr/>
          <p:nvPr/>
        </p:nvSpPr>
        <p:spPr>
          <a:xfrm>
            <a:off x="9079992" y="44988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400" dirty="0"/>
          </a:p>
        </p:txBody>
      </p:sp>
      <p:sp>
        <p:nvSpPr>
          <p:cNvPr id="42" name="Text 33"/>
          <p:cNvSpPr/>
          <p:nvPr/>
        </p:nvSpPr>
        <p:spPr>
          <a:xfrm>
            <a:off x="9217152" y="5550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subtypes across 7 categories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Puzzle Generation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alarm dismissal triggers this pipeline server-side before a challenge payload reaches the client.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1010412" y="21031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al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194" y="2190902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Trigger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315468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service fires; request hits /challenges/next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148840" y="2880360"/>
            <a:ext cx="2249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373782" y="192024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2926994" y="21031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icons/reposi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777" y="2190902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5222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465222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Fetch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483510" y="315468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loads user's difficulty level &amp; category history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065422" y="2880360"/>
            <a:ext cx="2249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4290365" y="192024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/>
        </p:spPr>
      </p:sp>
      <p:sp>
        <p:nvSpPr>
          <p:cNvPr id="20" name="Shape 16"/>
          <p:cNvSpPr/>
          <p:nvPr/>
        </p:nvSpPr>
        <p:spPr>
          <a:xfrm>
            <a:off x="4843577" y="21031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/home/claude/icons/serv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359" y="2190902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81805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381805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Select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400093" y="315468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selects a category to avoid repeat-fatigue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982005" y="2880360"/>
            <a:ext cx="2249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6206947" y="192024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27" name="Shape 22"/>
          <p:cNvSpPr/>
          <p:nvPr/>
        </p:nvSpPr>
        <p:spPr>
          <a:xfrm>
            <a:off x="6760159" y="21031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/home/claude/icons/gene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942" y="2190902"/>
            <a:ext cx="409651" cy="40965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98387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298387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Runs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316675" y="315468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generator builds question + answer key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898587" y="2880360"/>
            <a:ext cx="2249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27"/>
          <p:cNvSpPr/>
          <p:nvPr/>
        </p:nvSpPr>
        <p:spPr>
          <a:xfrm>
            <a:off x="8123530" y="192024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/>
        </p:spPr>
      </p:sp>
      <p:sp>
        <p:nvSpPr>
          <p:cNvPr id="34" name="Shape 28"/>
          <p:cNvSpPr/>
          <p:nvPr/>
        </p:nvSpPr>
        <p:spPr>
          <a:xfrm>
            <a:off x="8676742" y="21031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4" descr="/home/claude/icons/valida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24" y="2190902"/>
            <a:ext cx="409651" cy="40965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214970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821497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Build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8233258" y="315468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strips the answer key; signs a challenge token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9815170" y="2880360"/>
            <a:ext cx="2249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3"/>
          <p:cNvSpPr/>
          <p:nvPr/>
        </p:nvSpPr>
        <p:spPr>
          <a:xfrm>
            <a:off x="10040112" y="1920240"/>
            <a:ext cx="1691640" cy="2377440"/>
          </a:xfrm>
          <a:prstGeom prst="roundRect">
            <a:avLst>
              <a:gd name="adj" fmla="val 5405"/>
            </a:avLst>
          </a:prstGeom>
          <a:solidFill>
            <a:srgbClr val="065A82"/>
          </a:solidFill>
          <a:ln/>
        </p:spPr>
      </p:sp>
      <p:sp>
        <p:nvSpPr>
          <p:cNvPr id="41" name="Shape 34"/>
          <p:cNvSpPr/>
          <p:nvPr/>
        </p:nvSpPr>
        <p:spPr>
          <a:xfrm>
            <a:off x="10593324" y="210312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5" descr="/home/claude/icons/rou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1106" y="2190902"/>
            <a:ext cx="409651" cy="40965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131552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10131552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Sent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10149840" y="3154680"/>
            <a:ext cx="1472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returns puzzle JSON to the client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Wake-Up Verification Mechanism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Anti-snooze logic lives entirely server-side — the client cannot mark an alarm dismissed without a verified pass.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0B487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al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217855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75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Rings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a challenge; server issues a signed challenge token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931920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51960" y="187452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0B4870"/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icons/evalu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998" y="217855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2075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Attempts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80560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token posted to /challenges/{id}/verify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635240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D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7955280" y="187452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0B4870"/>
          </a:solidFill>
          <a:ln/>
        </p:spPr>
      </p:sp>
      <p:sp>
        <p:nvSpPr>
          <p:cNvPr id="18" name="Shape 14"/>
          <p:cNvSpPr/>
          <p:nvPr/>
        </p:nvSpPr>
        <p:spPr>
          <a:xfrm>
            <a:off x="818388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/home/claude/icons/valid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318" y="2178558"/>
            <a:ext cx="352044" cy="3520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23960" y="20756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83880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checked against stored key; token &amp; expiry verified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outcome branches into two paths: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16052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0B4870"/>
          </a:solidFill>
          <a:ln w="19050">
            <a:solidFill>
              <a:srgbClr val="9FD8C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724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&amp; within limits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777240" y="4709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marked dismissed · attempt logged · streak updated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26480" y="416052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0B4870"/>
          </a:solidFill>
          <a:ln w="19050">
            <a:solidFill>
              <a:srgbClr val="F0A86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5508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/ timeout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355080" y="4709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puzzle issued or snooze window opened · retry counted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Evaluation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Type-aware evaluators sit behind a single EvaluationService so new challenge types plug in without touching the router.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icons/valid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9568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2336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· Logic · Riddles · Quizzes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6384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against the stored correct index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9748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/home/claude/icons/valid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91693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02336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Games (unscramble, synonym/antonym)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86384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 match with light normalization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" y="365760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E8F1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/home/claude/icons/valid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87705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749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recall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02336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(numbers, words, positions, images)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86384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Ordered-list comparison against the presented sequence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57200" y="461772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/home/claude/icons/valid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83717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selection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023360" y="4709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(shape / color / number)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863840" y="4709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selected option to the generated rule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Analytics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verified attempt is written to CHALLENGE_ATTEMPT and rolled up into per-user, per-category analytics.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38" y="208711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assigned challenges resolved without abandonment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icons/analyt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998" y="208711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8056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attempts ÷ total attempts, by category &amp; subtype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icons/analyti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758" y="208711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Time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7532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from puzzle display to submitted answer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8404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21" name="Shape 16"/>
          <p:cNvSpPr/>
          <p:nvPr/>
        </p:nvSpPr>
        <p:spPr>
          <a:xfrm>
            <a:off x="68580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icons/analytic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38" y="4144518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Rate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85800" y="5074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failed-then-reissued challenges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51960" y="38404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26" name="Shape 20"/>
          <p:cNvSpPr/>
          <p:nvPr/>
        </p:nvSpPr>
        <p:spPr>
          <a:xfrm>
            <a:off x="448056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icons/analytic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998" y="4144518"/>
            <a:ext cx="352044" cy="3520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80560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Preference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480560" y="5074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strongest / weakest categories per user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46720" y="38404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31" name="Shape 24"/>
          <p:cNvSpPr/>
          <p:nvPr/>
        </p:nvSpPr>
        <p:spPr>
          <a:xfrm>
            <a:off x="827532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/home/claude/icons/analytic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758" y="4144518"/>
            <a:ext cx="352044" cy="3520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75320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Trend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75320" y="5074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accuracy feeding the Milestone 3 adaptive engine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Module — API Surface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path: /api/v1/challenges  ·  All routes require a valid JWT bearer token.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789920" cy="685800"/>
          </a:xfrm>
          <a:prstGeom prst="rect">
            <a:avLst/>
          </a:prstGeom>
          <a:solidFill>
            <a:srgbClr val="065A82"/>
          </a:solidFill>
          <a:ln w="6350">
            <a:solidFill>
              <a:srgbClr val="E8F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0789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1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03120" y="2423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/challenges/next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2423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&amp; returns the next puzzle for the active alarm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0789920" cy="685800"/>
          </a:xfrm>
          <a:prstGeom prst="rect">
            <a:avLst/>
          </a:prstGeom>
          <a:solidFill>
            <a:srgbClr val="E8F1F5"/>
          </a:solidFill>
          <a:ln w="6350">
            <a:solidFill>
              <a:srgbClr val="E8F1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08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03120" y="3108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/challenges/{id}/verify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an answer; validates and returns pass/fail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0789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1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94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03120" y="3794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/challenges/history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3794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user's past attempts, paginated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10789920" cy="685800"/>
          </a:xfrm>
          <a:prstGeom prst="rect">
            <a:avLst/>
          </a:prstGeom>
          <a:solidFill>
            <a:srgbClr val="E8F1F5"/>
          </a:solidFill>
          <a:ln w="6350">
            <a:solidFill>
              <a:srgbClr val="E8F1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805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103120" y="44805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/challenges/analytics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4480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rolled-up accuracy, completion &amp; speed metrics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10789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F1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166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103120" y="5166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/challenges/categories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0" y="5166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available categories &amp; subtypes with metadata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Deliverables — Complete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B48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29057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challenge engine operational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514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 · 20+ subtypes served through one ChallengeService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B4870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611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ver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370789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74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verification workflows functional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3931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Signed-token verification with anti-snooze branching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B487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5029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/ver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5125212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evaluation system completed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Type-aware evaluators for MCQ, text, sequence &amp; pattern challenges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Milestone 3 — Adaptive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and analytics data captured this milestone feeds directly into the next phase.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accuracy &amp; response-time trends to auto-adjust category difficulty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574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1965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468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snooze patterns with challenge performance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1605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69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Scoring Models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5720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challenge completion into the overall habit score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8404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41605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069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457200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category &amp; schedule suggestions from analytics output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2026-07-24T14:50:11Z</dcterms:created>
  <dcterms:modified xsi:type="dcterms:W3CDTF">2026-07-24T14:50:11Z</dcterms:modified>
</cp:coreProperties>
</file>