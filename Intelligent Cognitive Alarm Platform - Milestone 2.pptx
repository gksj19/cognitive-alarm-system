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920240" cy="36576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97480" y="1417320"/>
            <a:ext cx="2651760" cy="365760"/>
          </a:xfrm>
          <a:prstGeom prst="rect">
            <a:avLst/>
          </a:prstGeom>
          <a:noFill/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ANDROID 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Cognitive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Platform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58368" y="3886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Progress Report — Flutter Mobile App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8368" y="4617720"/>
            <a:ext cx="2926080" cy="0"/>
          </a:xfrm>
          <a:prstGeom prst="line">
            <a:avLst/>
          </a:prstGeom>
          <a:noFill/>
          <a:ln w="19050">
            <a:solidFill>
              <a:srgbClr val="455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Prerana Mishra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5138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Development — UI/UX &amp; Backend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Milestone 2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Alarm 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that gate dismissal behind a solved challenge — the central mechanic, end to 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874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7-Category Challenge Engine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memory, word games, pattern recognition, riddles, and quick quizzes.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Analytics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per-category performance, and attempt tracking — persisted across restarts via Hive.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3434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Gaps Closed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50292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migration and secure token storage verified and completed.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New Dependencies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toolchain as Milestone 1 —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Realme device (Android 12, API 31), Git-based repo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these additions: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/ hive_flutter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 for AlarmModel &amp; AnalyticsEntry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06070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172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Auth-aware redirect guard for top-level navigation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106070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675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014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token storage (encryptedSharedPreferences on Android)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06070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5171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android_alarm_manager_plus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8554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Boot-safe rescheduling &amp; 15-min reschedule canary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66944"/>
            <a:ext cx="106070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449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34440" y="53583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permission_handler · audioplayers · google_fonts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5696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permissions, looping alarm sound, Nuera splash typography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Gaps — Closed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E7F6EC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go_router Migration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goRouterProvider with a redirect guard checking AuthRepository.isLoggedIn, routing Splash → Login/Register → Home. Replaces raw Navigator-based flow.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E7F6EC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Token Storage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338328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SecureStorageService is backed by flutter_secure_storage with encryptedSharedPreferences enabled on Android. Removed dead legacy token-storage methods from SharedPrefService.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CRUD — Completed &amp; Unified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AddAlarmScreen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picker, label, repeat-day selector, challenge-category dropdown, vibration/sound toggles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67912" y="16002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96512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EditAlarmScreen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96512" y="21945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edit flow with enum-based ChallengeCategory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050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AlarmListScreen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41655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 from alarmListProvider with enable/disable switch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67912" y="3822192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96512" y="40050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AlarmDetailsScreen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096512" y="441655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summary with Edit and confirmed Delete routes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20116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AddAlarmScreen challenge dropdown was hardcoded 3-item String — unified to ChallengeCategory enum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Repeat-day selector was cosmetic only — rebuilt with working FilterChip state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AlarmListScreen items had no onTap — wired navigation to detail screen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 missing USE_FULL_SCREEN_INTENT &amp; POST_NOTIFICATIONS — added for Android 13+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Challenge Engine &amp; Wake-Up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19856" y="15087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19856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962656" y="2542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906524"/>
            <a:ext cx="393192" cy="164592"/>
          </a:xfrm>
          <a:prstGeom prst="rightArrow">
            <a:avLst/>
          </a:prstGeom>
          <a:solidFill>
            <a:srgbClr val="AFC0E8"/>
          </a:solidFill>
          <a:ln/>
        </p:spPr>
      </p:sp>
      <p:sp>
        <p:nvSpPr>
          <p:cNvPr id="8" name="Shape 6"/>
          <p:cNvSpPr/>
          <p:nvPr/>
        </p:nvSpPr>
        <p:spPr>
          <a:xfrm>
            <a:off x="4882896" y="15087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882896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25696" y="2542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1906524"/>
            <a:ext cx="393192" cy="164592"/>
          </a:xfrm>
          <a:prstGeom prst="rightArrow">
            <a:avLst/>
          </a:prstGeom>
          <a:solidFill>
            <a:srgbClr val="AFC0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5087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88736" y="2542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1906524"/>
            <a:ext cx="393192" cy="164592"/>
          </a:xfrm>
          <a:prstGeom prst="rightArrow">
            <a:avLst/>
          </a:prstGeom>
          <a:solidFill>
            <a:srgbClr val="AFC0E8"/>
          </a:solidFill>
          <a:ln/>
        </p:spPr>
      </p:sp>
      <p:sp>
        <p:nvSpPr>
          <p:cNvPr id="16" name="Shape 14"/>
          <p:cNvSpPr/>
          <p:nvPr/>
        </p:nvSpPr>
        <p:spPr>
          <a:xfrm>
            <a:off x="7808976" y="1508760"/>
            <a:ext cx="960120" cy="9601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7" name="Text 15"/>
          <p:cNvSpPr/>
          <p:nvPr/>
        </p:nvSpPr>
        <p:spPr>
          <a:xfrm>
            <a:off x="7808976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51776" y="2542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wake-up flow gates alarm dismissal behind a correctly solved challenge — no snooze bypass, no system-back dismissal.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Categories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4531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Memory, Word Games, Pattern Recognition, Riddles, Quick Quizzes — each with display label and stable storage key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38862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ChallengeBank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80560" y="44531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arithmetic generation + curated static question bank per category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55280" y="38862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Compatibility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183880" y="44531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resolveCategoryFromChallengeType() maps legacy free-text values ("Math"/"Memory"/"Riddle") to valid ChallengeCategory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Analytics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2821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AnalyticsEntry (Hive Model)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1671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solved challenge: category, attempt count, scheduled vs. actual dismissal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06070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455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AnalyticsService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5844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current wake-up streak, average attempts per dismissal, and per-category solve count.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53128"/>
            <a:ext cx="106070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617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56285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AnalyticsScreen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50017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showing streak, average attempts, per-category bar breakdown, and recent-activity list.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Persistence &amp; Reliability Plumbing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HiveService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AlarmRepository, replaces in-memory 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194560"/>
            <a:ext cx="0" cy="548640"/>
          </a:xfrm>
          <a:prstGeom prst="line">
            <a:avLst/>
          </a:prstGeom>
          <a:noFill/>
          <a:ln w="19050">
            <a:solidFill>
              <a:srgbClr val="C7D2E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68833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AlarmScheduler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03580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true next occurrence for one-time and repeating alarms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3246120"/>
            <a:ext cx="0" cy="548640"/>
          </a:xfrm>
          <a:prstGeom prst="line">
            <a:avLst/>
          </a:prstGeom>
          <a:noFill/>
          <a:ln w="19050">
            <a:solidFill>
              <a:srgbClr val="C7D2E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Canary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34440" y="40873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periodic sync via android_alarm_manager_plus, reboot-safe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4297680"/>
            <a:ext cx="0" cy="548640"/>
          </a:xfrm>
          <a:prstGeom prst="line">
            <a:avLst/>
          </a:prstGeom>
          <a:noFill/>
          <a:ln w="19050">
            <a:solidFill>
              <a:srgbClr val="C7D2E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79145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Tap Handler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foreground, backgrounded, and cold-start paths, routes to AlarmRingingScreen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16916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660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23774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survive app restarts — Hive replaces Milestone 1's in-memory-only state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backend API push never delays local scheduling on network failure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never drift out of sync with stored alarm state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Cold-start, backgrounded, and foreground notification taps all route correctly to AlarmRingingScreen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Fixes &amp; UI/UX Design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Android-init block in main.dart ran scheduler before NotificationService.initialize() — removed duplicate, corrected ordering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declared twice across core_providers.dart and feature files — consolidated to single source of truth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path typo (alarm_details_screen.dart vs alarm_detail_screen.dart) — corrected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NUERA BRAND APPLIED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shared NueraMark widget — reused on Home header and all three auth screens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Login, Register, ForgotPassword with branded AuthHeader, AuthTextField, and GoogleSignInButton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AlarmListScreen: "next alarm" hero card + icon-badged, color-coded alarm cards by challenge type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HomeScreen: unified indigo header with logo, greeting, active-alarm count; colored Quick Access tiles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48006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BF0E2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48006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AnalyticsScreen &amp; challenge screens remain on stock Material — scoped for next pass.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migration &amp; secure token storage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CRUD unified on ChallengeCategory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Challenge Engine &amp; Wake-Up Verification flow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dashboard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Hive-backed persistence &amp; boot-safe rescheduling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pass on Home, Alarm List &amp; auth screens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PENDING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210312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reliability testing: background kill, force-close, reboot behavior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/ anti-snooze flow stress-testing on physical device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screenshots &amp; build-verification evidence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UI/UX design pass to AnalyticsScreen &amp; challenge screens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7091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0F4FD"/>
          </a:solidFill>
          <a:ln/>
          <a:effectLst>
            <a:outerShdw sx="100000" sy="100000" kx="0" ky="0" algn="bl" rotWithShape="0" blurRad="101600" dist="25400" dir="5400000">
              <a:srgbClr val="94A3C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cognitive-alarm mechanic is complete end-to-end. What remains is verification, not construction.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659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97180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sincerely appreciate your time, trust, and support.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E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completed so far lays a strong foundation, and the next steps will focus on careful validation, refinement, and delivery.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16052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E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you'd like to continue the conversation or have any questions, please reach out — we'll be happy to connect.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2026-07-24T15:00:24Z</dcterms:created>
  <dcterms:modified xsi:type="dcterms:W3CDTF">2026-07-24T15:00:24Z</dcterms:modified>
</cp:coreProperties>
</file>