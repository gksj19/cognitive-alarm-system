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99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480560"/>
            <a:ext cx="2743200" cy="2743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1292840" y="416052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Cognitive Alarm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794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mobile application that builds healthy wake-up habits through cognitive challenges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Overview  |  Jothiesh N Team-3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Cognitive Alarm Platform (ICAP)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AI-powered mobile application designed to help users develop healthy wake-up habits. Unlike traditional alarm apps, users must complete AI-generated cognitive challenges to dismiss alarms.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also provides role-based dashboards for Users, Wellness Coaches, and Administrators to monitor performance, Habit Scores, and user progress.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457200"/>
            <a:ext cx="4572000" cy="5943600"/>
          </a:xfrm>
          <a:prstGeom prst="roundRect">
            <a:avLst>
              <a:gd name="adj" fmla="val 24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731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325880"/>
            <a:ext cx="566928" cy="56692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199" y="145343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83880" y="13258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Cognitive Challenges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406640" y="2194560"/>
            <a:ext cx="566928" cy="56692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199" y="232211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83880" y="2194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Alarm Scheduling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406640" y="3063240"/>
            <a:ext cx="566928" cy="56692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199" y="319079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30632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Habit Score Calculation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406640" y="3931920"/>
            <a:ext cx="566928" cy="56692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199" y="4059479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83880" y="39319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406640" y="4800600"/>
            <a:ext cx="566928" cy="56692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199" y="4928159"/>
            <a:ext cx="311810" cy="3118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83880" y="48006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36192"/>
            <a:ext cx="566928" cy="56692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166375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
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27089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Build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32004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complete React Native mobile application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responsive and user-friendly interfaces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role-based navigation for User, Coach, and Administrator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frontend with FastAPI REST APIs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55080" y="2606040"/>
            <a:ext cx="457200" cy="457200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27089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Architecture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55080" y="32004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User Profile and Alarm Scheduling modules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Habit Score, Coach, and Administrator Dashboards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analytics, monitoring, and dashboard visualizations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frontend architecture using reusable components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24688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26540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89504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24365C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4688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606" y="265404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352044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80944" y="42062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development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230368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24365C"/>
          </a:solidFill>
          <a:ln/>
        </p:spPr>
      </p:sp>
      <p:sp>
        <p:nvSpPr>
          <p:cNvPr id="15" name="Shape 11"/>
          <p:cNvSpPr/>
          <p:nvPr/>
        </p:nvSpPr>
        <p:spPr>
          <a:xfrm>
            <a:off x="5861304" y="24688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470" y="265404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352044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21808" y="42062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571232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24365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02168" y="24688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334" y="2654046"/>
            <a:ext cx="452628" cy="452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62672" y="352044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62672" y="42062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navigation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912096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24365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543032" y="24688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8198" y="2654046"/>
            <a:ext cx="452628" cy="4526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03536" y="352044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0003536" y="42062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Application — Developed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0827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2335835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830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20827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847" y="233583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830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30768" y="220827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327" y="2335835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17830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385419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67" y="3981755"/>
            <a:ext cx="311810" cy="3118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342900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90288" y="385419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7847" y="3981755"/>
            <a:ext cx="311810" cy="3118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342900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Scheduling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30768" y="385419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327" y="3981755"/>
            <a:ext cx="311810" cy="31181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44000" y="342900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54864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49808" y="550011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367" y="5627675"/>
            <a:ext cx="311810" cy="31181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63040" y="50749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Score Dashboard</a:t>
            </a:r>
            <a:endParaRPr lang="en-US" sz="1350" dirty="0"/>
          </a:p>
        </p:txBody>
      </p:sp>
      <p:sp>
        <p:nvSpPr>
          <p:cNvPr id="33" name="Shape 24"/>
          <p:cNvSpPr/>
          <p:nvPr/>
        </p:nvSpPr>
        <p:spPr>
          <a:xfrm>
            <a:off x="438912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590288" y="550011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7847" y="5627675"/>
            <a:ext cx="311810" cy="31181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03520" y="50749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Dashboard</a:t>
            </a:r>
            <a:endParaRPr lang="en-US" sz="1350" dirty="0"/>
          </a:p>
        </p:txBody>
      </p:sp>
      <p:sp>
        <p:nvSpPr>
          <p:cNvPr id="37" name="Shape 27"/>
          <p:cNvSpPr/>
          <p:nvPr/>
        </p:nvSpPr>
        <p:spPr>
          <a:xfrm>
            <a:off x="822960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8430768" y="5500116"/>
            <a:ext cx="566928" cy="566928"/>
          </a:xfrm>
          <a:prstGeom prst="ellipse">
            <a:avLst/>
          </a:prstGeom>
          <a:solidFill>
            <a:srgbClr val="CBD8EE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8327" y="5627675"/>
            <a:ext cx="311810" cy="31181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144000" y="50749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Frontend Application Enhancements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640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5761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356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Score Dashboard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07568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manual Habit Management with an AI-based Habit Score system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score calculation based on challenge difficulty &amp; completion time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&amp; monthly analytics with challenge history insights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2344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4630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57" y="15761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4356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46520" y="207568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assignment to users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&amp; coach management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Score and challenge performance monitoring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sorting functionality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97" y="4182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0416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Dashboard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6817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users &amp; performance monitoring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Score analytics and challenge statistics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charts and individual user reports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3957" y="41822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0416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Enhancements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46520" y="46817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interactive analytics charts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card-based layout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navigation &amp; real-time dashboard updates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C31DA7-243B-19A3-B2C0-1B8E2249E2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9A827-91B2-EF43-1712-BC5EA7836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81" y="1648216"/>
            <a:ext cx="2193774" cy="44199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7E2EC7-AC37-8849-FE9D-14D7C64EDB78}"/>
              </a:ext>
            </a:extLst>
          </p:cNvPr>
          <p:cNvSpPr txBox="1"/>
          <p:nvPr/>
        </p:nvSpPr>
        <p:spPr>
          <a:xfrm>
            <a:off x="202940" y="121498"/>
            <a:ext cx="729887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Frontend Application Snapshots</a:t>
            </a:r>
            <a:endParaRPr lang="en-US" sz="2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9A8078-ED49-7143-B042-C48BE0CCD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375" y="1686319"/>
            <a:ext cx="2193774" cy="4397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8D053E-4105-EED5-6F54-92B6BD260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853" y="1686319"/>
            <a:ext cx="2193774" cy="4435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636D2C-268D-AEF3-3738-B94083A67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840" y="1655836"/>
            <a:ext cx="2193774" cy="44047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28D99D6-3417-DF4B-7574-F923E42B7F0C}"/>
              </a:ext>
            </a:extLst>
          </p:cNvPr>
          <p:cNvSpPr txBox="1"/>
          <p:nvPr/>
        </p:nvSpPr>
        <p:spPr>
          <a:xfrm>
            <a:off x="1514041" y="1051087"/>
            <a:ext cx="1029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ED02E3-6F38-90F8-57DA-FF7C85E9DBF2}"/>
              </a:ext>
            </a:extLst>
          </p:cNvPr>
          <p:cNvSpPr txBox="1"/>
          <p:nvPr/>
        </p:nvSpPr>
        <p:spPr>
          <a:xfrm>
            <a:off x="5519217" y="1051086"/>
            <a:ext cx="1848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Admin </a:t>
            </a:r>
            <a:endParaRPr lang="en-US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C6B208-5D94-EFB6-4972-F59699EFCA96}"/>
              </a:ext>
            </a:extLst>
          </p:cNvPr>
          <p:cNvSpPr txBox="1"/>
          <p:nvPr/>
        </p:nvSpPr>
        <p:spPr>
          <a:xfrm>
            <a:off x="9573982" y="1051085"/>
            <a:ext cx="1538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Coach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229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1488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8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Cognitive Challenge Engine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AI-powered Cognitive Challenge Engine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cognitive challenges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 difficulty based on user performance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24365C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0" y="21488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465" y="23031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71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Testing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end-to-end functional testing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frontend and backend integration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usability and performance testing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 and optimize performance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2436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692640" y="21488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6945" y="23031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971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03920" y="370332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FastAPI backend to a cloud platform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React Native mobile application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production database and APIs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secure and scalable application access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828800"/>
            <a:ext cx="4114800" cy="4114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640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167701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727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the frontend of the Intelligent Cognitive Alarm Platform using React Native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258568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2335378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3113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role-based interfaces for Users, Coaches, and Administrators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916936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2993746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8895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AI-based Habit Score Dashboard with performance analytics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575304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3652114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5478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comprehensive monitoring dashboards for administrators and coaches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" y="4233672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4310482"/>
            <a:ext cx="230429" cy="23042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206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the application with real-time analytics, coach assignment, and user performance tracking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4968850"/>
            <a:ext cx="230429" cy="23042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88720" y="48646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responsive, scalable, and user-friendly mobile application integrated with backend services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475</Words>
  <Application>Microsoft Office PowerPoint</Application>
  <PresentationFormat>Widescreen</PresentationFormat>
  <Paragraphs>100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Jothiesh N</cp:lastModifiedBy>
  <cp:revision>2</cp:revision>
  <dcterms:created xsi:type="dcterms:W3CDTF">2026-07-24T12:09:15Z</dcterms:created>
  <dcterms:modified xsi:type="dcterms:W3CDTF">2026-07-24T12:35:41Z</dcterms:modified>
</cp:coreProperties>
</file>