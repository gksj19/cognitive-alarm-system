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188720"/>
            <a:ext cx="4754880" cy="4754880"/>
          </a:xfrm>
          <a:prstGeom prst="ellipse">
            <a:avLst/>
          </a:prstGeom>
          <a:solidFill>
            <a:srgbClr val="232326"/>
          </a:solidFill>
          <a:ln w="19050">
            <a:solidFill>
              <a:srgbClr val="2C2C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320040"/>
            <a:ext cx="3017520" cy="301752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3A3A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4A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ALARM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of the API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mobile app, the backend, and the database actually talk to each other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8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490118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486460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Alarm Platform — Backend Architecture Briefing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API Actually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waiter, not a kitchen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app never touches the database directly. It hands its request to the API — the API is the only door between the outside world and the app's real logic and data.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99923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asks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“Log this user in”, “Save this alarm”, “Give me today's score”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91363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decides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who's asking, validates the request, runs the real logic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482803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answers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5120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back only what's allowed, in a fixed JSON shape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37960" y="1554480"/>
            <a:ext cx="5074920" cy="4297680"/>
          </a:xfrm>
          <a:prstGeom prst="roundRect">
            <a:avLst>
              <a:gd name="adj" fmla="val 2553"/>
            </a:avLst>
          </a:prstGeom>
          <a:solidFill>
            <a:srgbClr val="1C1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8412" y="18745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6" name="Image 0" descr="/home/claude/icons/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76" y="1929384"/>
            <a:ext cx="347472" cy="34747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703820" y="1783080"/>
            <a:ext cx="2743200" cy="868680"/>
          </a:xfrm>
          <a:prstGeom prst="roundRect">
            <a:avLst>
              <a:gd name="adj" fmla="val 9474"/>
            </a:avLst>
          </a:prstGeom>
          <a:solidFill>
            <a:srgbClr val="232326"/>
          </a:solidFill>
          <a:ln w="12700">
            <a:solidFill>
              <a:srgbClr val="3535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8106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481060" y="2194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075420" y="2651760"/>
            <a:ext cx="0" cy="411480"/>
          </a:xfrm>
          <a:prstGeom prst="line">
            <a:avLst/>
          </a:prstGeom>
          <a:noFill/>
          <a:ln w="25400">
            <a:solidFill>
              <a:srgbClr val="C4A6F9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868412" y="3218688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2" name="Image 1" descr="/home/claude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6" y="3273552"/>
            <a:ext cx="347472" cy="34747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703820" y="3127248"/>
            <a:ext cx="2743200" cy="868680"/>
          </a:xfrm>
          <a:prstGeom prst="roundRect">
            <a:avLst>
              <a:gd name="adj" fmla="val 9474"/>
            </a:avLst>
          </a:prstGeom>
          <a:solidFill>
            <a:srgbClr val="8B5CF6"/>
          </a:solidFill>
          <a:ln/>
        </p:spPr>
      </p:sp>
      <p:sp>
        <p:nvSpPr>
          <p:cNvPr id="24" name="Text 20"/>
          <p:cNvSpPr/>
          <p:nvPr/>
        </p:nvSpPr>
        <p:spPr>
          <a:xfrm>
            <a:off x="8481060" y="3172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8481060" y="35387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(the waiter)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9075420" y="3995928"/>
            <a:ext cx="0" cy="411480"/>
          </a:xfrm>
          <a:prstGeom prst="line">
            <a:avLst/>
          </a:prstGeom>
          <a:noFill/>
          <a:ln w="25400">
            <a:solidFill>
              <a:srgbClr val="C4A6F9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7868412" y="4572000"/>
            <a:ext cx="457200" cy="457200"/>
          </a:xfrm>
          <a:prstGeom prst="ellipse">
            <a:avLst/>
          </a:prstGeom>
          <a:solidFill>
            <a:srgbClr val="232326"/>
          </a:solidFill>
          <a:ln/>
        </p:spPr>
      </p:sp>
      <p:pic>
        <p:nvPicPr>
          <p:cNvPr id="28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76" y="4626864"/>
            <a:ext cx="347472" cy="34747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7703820" y="4480560"/>
            <a:ext cx="2743200" cy="868680"/>
          </a:xfrm>
          <a:prstGeom prst="roundRect">
            <a:avLst>
              <a:gd name="adj" fmla="val 9474"/>
            </a:avLst>
          </a:prstGeom>
          <a:solidFill>
            <a:srgbClr val="232326"/>
          </a:solidFill>
          <a:ln w="12700">
            <a:solidFill>
              <a:srgbClr val="35353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481060" y="4526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8481060" y="4892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THE API IN THIS APP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App Can't Skip the API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alone can't be trusted, synced, or shared safely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6" name="Image 0" descr="/home/claude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2033991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127248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and user records shouldn't live loose on a phone. A central server can be secured, encrypted, and audited.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965960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1" name="Image 1" descr="/home/claude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471" y="2033991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6974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devices &amp; roles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127248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user's phone, and a Wellness Coach's dashboard, both need to reach the same data — only possible through one shared API.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3920" y="1965960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6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951" y="2033991"/>
            <a:ext cx="430865" cy="4308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6974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3920" y="3127248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decides what's “correct,” not the phone — otherwise a tampered app could just fake success.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846320"/>
            <a:ext cx="11201400" cy="1005840"/>
          </a:xfrm>
          <a:prstGeom prst="roundRect">
            <a:avLst>
              <a:gd name="adj" fmla="val 9091"/>
            </a:avLst>
          </a:prstGeom>
          <a:solidFill>
            <a:srgbClr val="1C1C1E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4846320"/>
            <a:ext cx="10469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in the architecture diagram — User Service, Alarm Service, Challenge Service — is, underneath, just a group of related API endpoints.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THE API IN THIS APP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Request Has Four Parts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this shape once — it never changes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6" name="Image 0" descr="/home/claude/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1916582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562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463040" y="2258568"/>
            <a:ext cx="4160520" cy="365760"/>
          </a:xfrm>
          <a:prstGeom prst="roundRect">
            <a:avLst>
              <a:gd name="adj" fmla="val 12500"/>
            </a:avLst>
          </a:prstGeom>
          <a:solidFill>
            <a:srgbClr val="1C1C1E"/>
          </a:solidFill>
          <a:ln/>
        </p:spPr>
      </p:sp>
      <p:sp>
        <p:nvSpPr>
          <p:cNvPr id="9" name="Text 6"/>
          <p:cNvSpPr/>
          <p:nvPr/>
        </p:nvSpPr>
        <p:spPr>
          <a:xfrm>
            <a:off x="1572768" y="22585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/alarms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" y="2770632"/>
            <a:ext cx="4837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intent: GET reads, POST creates, PUT/PATCH updates, DELETE removes.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6002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73952" y="185623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1" descr="/home/claude/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302" y="1916582"/>
            <a:ext cx="382219" cy="3822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8562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132320" y="2258568"/>
            <a:ext cx="4160520" cy="365760"/>
          </a:xfrm>
          <a:prstGeom prst="roundRect">
            <a:avLst>
              <a:gd name="adj" fmla="val 12500"/>
            </a:avLst>
          </a:prstGeom>
          <a:solidFill>
            <a:srgbClr val="1C1C1E"/>
          </a:solidFill>
          <a:ln/>
        </p:spPr>
      </p:sp>
      <p:sp>
        <p:nvSpPr>
          <p:cNvPr id="16" name="Text 12"/>
          <p:cNvSpPr/>
          <p:nvPr/>
        </p:nvSpPr>
        <p:spPr>
          <a:xfrm>
            <a:off x="7242048" y="22585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/api-keys/{id}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73952" y="2770632"/>
            <a:ext cx="4837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resource, and which one specifically (path) or filter (query params).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06908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" y="432511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0" name="Image 2" descr="/home/claude/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4385462"/>
            <a:ext cx="382219" cy="38221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432511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1463040" y="4727448"/>
            <a:ext cx="4160520" cy="365760"/>
          </a:xfrm>
          <a:prstGeom prst="roundRect">
            <a:avLst>
              <a:gd name="adj" fmla="val 12500"/>
            </a:avLst>
          </a:prstGeom>
          <a:solidFill>
            <a:srgbClr val="1C1C1E"/>
          </a:solidFill>
          <a:ln/>
        </p:spPr>
      </p:sp>
      <p:sp>
        <p:nvSpPr>
          <p:cNvPr id="23" name="Text 18"/>
          <p:cNvSpPr/>
          <p:nvPr/>
        </p:nvSpPr>
        <p:spPr>
          <a:xfrm>
            <a:off x="1572768" y="47274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X-API-Key: bok_...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04672" y="5239512"/>
            <a:ext cx="4837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about the request — almost always where auth tokens travel.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217920" y="406908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73952" y="432511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7" name="Image 3" descr="/home/claude/icons/s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302" y="4385462"/>
            <a:ext cx="382219" cy="38221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32320" y="432511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7132320" y="4727448"/>
            <a:ext cx="4160520" cy="365760"/>
          </a:xfrm>
          <a:prstGeom prst="roundRect">
            <a:avLst>
              <a:gd name="adj" fmla="val 12500"/>
            </a:avLst>
          </a:prstGeom>
          <a:solidFill>
            <a:srgbClr val="1C1C1E"/>
          </a:solidFill>
          <a:ln/>
        </p:spPr>
      </p:sp>
      <p:sp>
        <p:nvSpPr>
          <p:cNvPr id="30" name="Text 24"/>
          <p:cNvSpPr/>
          <p:nvPr/>
        </p:nvSpPr>
        <p:spPr>
          <a:xfrm>
            <a:off x="7242048" y="47274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"name": "..." }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473952" y="5239512"/>
            <a:ext cx="4837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data being sent — only present on POST / PUT / PATCH.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THE API IN THIS APP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API Sits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4A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gateway, many small services behind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09928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" name="Image 0" descr="/home/claude/icons/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1770278"/>
            <a:ext cx="382219" cy="3822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00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212080" y="160020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— sends requests, renders responses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69848" y="2240280"/>
            <a:ext cx="0" cy="320040"/>
          </a:xfrm>
          <a:prstGeom prst="line">
            <a:avLst/>
          </a:prstGeom>
          <a:noFill/>
          <a:ln w="25400">
            <a:solidFill>
              <a:srgbClr val="C4A6F9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48640" y="26060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8B5CF6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715768"/>
            <a:ext cx="502920" cy="502920"/>
          </a:xfrm>
          <a:prstGeom prst="ellipse">
            <a:avLst/>
          </a:prstGeom>
          <a:solidFill>
            <a:srgbClr val="1C1C1E"/>
          </a:solidFill>
          <a:ln/>
        </p:spPr>
      </p:sp>
      <p:pic>
        <p:nvPicPr>
          <p:cNvPr id="11" name="Image 1" descr="/home/claude/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0" y="2776118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606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—  FastAPI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212080" y="260604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authentication · rate limiting · validation · logging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069848" y="3383280"/>
            <a:ext cx="0" cy="320040"/>
          </a:xfrm>
          <a:prstGeom prst="line">
            <a:avLst/>
          </a:prstGeom>
          <a:noFill/>
          <a:ln w="25400">
            <a:solidFill>
              <a:srgbClr val="C4A6F9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54864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 (each = its own small API)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70332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232326"/>
          </a:solidFill>
          <a:ln w="12700">
            <a:solidFill>
              <a:srgbClr val="35353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05840" y="383133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8" name="Image 2" descr="/home/claude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6" y="3877422"/>
            <a:ext cx="291876" cy="2918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4360" y="4325112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984248" y="370332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232326"/>
          </a:solidFill>
          <a:ln w="12700">
            <a:solidFill>
              <a:srgbClr val="35353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441448" y="383133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2" name="Image 3" descr="/home/claude/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534" y="3877422"/>
            <a:ext cx="291876" cy="2918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029968" y="4325112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419856" y="370332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232326"/>
          </a:solidFill>
          <a:ln w="12700">
            <a:solidFill>
              <a:srgbClr val="35353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877056" y="383133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6" name="Image 4" descr="/home/claude/icons/puzz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3142" y="3877422"/>
            <a:ext cx="291876" cy="2918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65576" y="4325112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855464" y="370332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232326"/>
          </a:solidFill>
          <a:ln w="12700">
            <a:solidFill>
              <a:srgbClr val="35353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5312664" y="383133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0" name="Image 5" descr="/home/claude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8750" y="3877422"/>
            <a:ext cx="291876" cy="29187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901184" y="4325112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6291072" y="370332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232326"/>
          </a:solidFill>
          <a:ln w="12700">
            <a:solidFill>
              <a:srgbClr val="35353B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748272" y="383133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4" name="Image 6" descr="/home/claude/icons/ch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4358" y="3877422"/>
            <a:ext cx="291876" cy="29187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336792" y="4325112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7726680" y="370332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232326"/>
          </a:solidFill>
          <a:ln w="12700">
            <a:solidFill>
              <a:srgbClr val="35353B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8183880" y="383133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8" name="Image 7" descr="/home/claude/icons/clo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966" y="3877422"/>
            <a:ext cx="291876" cy="29187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772400" y="4325112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Score</a:t>
            </a:r>
            <a:endParaRPr lang="en-US" sz="950" dirty="0"/>
          </a:p>
        </p:txBody>
      </p:sp>
      <p:sp>
        <p:nvSpPr>
          <p:cNvPr id="40" name="Shape 30"/>
          <p:cNvSpPr/>
          <p:nvPr/>
        </p:nvSpPr>
        <p:spPr>
          <a:xfrm>
            <a:off x="9162288" y="370332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232326"/>
          </a:solidFill>
          <a:ln w="12700">
            <a:solidFill>
              <a:srgbClr val="35353B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9619488" y="383133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2" name="Image 8" descr="/home/claude/icons/clou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5574" y="3877422"/>
            <a:ext cx="291876" cy="291876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208008" y="4325112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950" dirty="0"/>
          </a:p>
        </p:txBody>
      </p:sp>
      <p:sp>
        <p:nvSpPr>
          <p:cNvPr id="44" name="Shape 33"/>
          <p:cNvSpPr/>
          <p:nvPr/>
        </p:nvSpPr>
        <p:spPr>
          <a:xfrm>
            <a:off x="10597896" y="370332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232326"/>
          </a:solidFill>
          <a:ln w="12700">
            <a:solidFill>
              <a:srgbClr val="35353B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11055096" y="383133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6" name="Image 9" descr="/home/claude/icons/setting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01182" y="3877422"/>
            <a:ext cx="291876" cy="291876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10643616" y="4325112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48" name="Shape 36"/>
          <p:cNvSpPr/>
          <p:nvPr/>
        </p:nvSpPr>
        <p:spPr>
          <a:xfrm>
            <a:off x="1069848" y="4754880"/>
            <a:ext cx="0" cy="274320"/>
          </a:xfrm>
          <a:prstGeom prst="line">
            <a:avLst/>
          </a:prstGeom>
          <a:noFill/>
          <a:ln w="25400">
            <a:solidFill>
              <a:srgbClr val="C4A6F9"/>
            </a:solidFill>
            <a:prstDash val="solid"/>
            <a:tailEnd type="triangle"/>
          </a:ln>
        </p:spPr>
      </p:sp>
      <p:sp>
        <p:nvSpPr>
          <p:cNvPr id="49" name="Shape 37"/>
          <p:cNvSpPr/>
          <p:nvPr/>
        </p:nvSpPr>
        <p:spPr>
          <a:xfrm>
            <a:off x="548640" y="525780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232326"/>
          </a:solidFill>
          <a:ln w="12700">
            <a:solidFill>
              <a:srgbClr val="35353B"/>
            </a:solidFill>
            <a:prstDash val="solid"/>
          </a:ln>
        </p:spPr>
      </p:sp>
      <p:sp>
        <p:nvSpPr>
          <p:cNvPr id="50" name="Shape 38"/>
          <p:cNvSpPr/>
          <p:nvPr/>
        </p:nvSpPr>
        <p:spPr>
          <a:xfrm>
            <a:off x="777240" y="5349240"/>
            <a:ext cx="457200" cy="457200"/>
          </a:xfrm>
          <a:prstGeom prst="ellipse">
            <a:avLst/>
          </a:prstGeom>
          <a:solidFill>
            <a:srgbClr val="1C1C1E"/>
          </a:solidFill>
          <a:ln/>
        </p:spPr>
      </p:sp>
      <p:pic>
        <p:nvPicPr>
          <p:cNvPr id="51" name="Image 10" descr="/home/claude/icons/databas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104" y="5404104"/>
            <a:ext cx="347472" cy="347472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1371600" y="5257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+  MongoDB</a:t>
            </a:r>
            <a:endParaRPr lang="en-US" sz="1300" dirty="0"/>
          </a:p>
        </p:txBody>
      </p:sp>
      <p:sp>
        <p:nvSpPr>
          <p:cNvPr id="53" name="Text 40"/>
          <p:cNvSpPr/>
          <p:nvPr/>
        </p:nvSpPr>
        <p:spPr>
          <a:xfrm>
            <a:off x="5029200" y="525780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alarms, habits · analytics, AI history</a:t>
            </a:r>
            <a:endParaRPr lang="en-US" sz="1150" dirty="0"/>
          </a:p>
        </p:txBody>
      </p:sp>
      <p:sp>
        <p:nvSpPr>
          <p:cNvPr id="54" name="Text 4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THE API IN THIS APP</a:t>
            </a:r>
            <a:endParaRPr lang="en-US" sz="900" dirty="0"/>
          </a:p>
        </p:txBody>
      </p:sp>
      <p:sp>
        <p:nvSpPr>
          <p:cNvPr id="55" name="Text 4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Creating an Alarm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5-step round trip, every time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72614" cy="301752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2067" y="17373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1452067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06347" y="21945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8" name="Image 0" descr="/home/claude/icons/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1211" y="224942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" y="2834640"/>
            <a:ext cx="191658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sets a 7:00 AM alarm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76656" y="3520440"/>
            <a:ext cx="191658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builds a request: POST /alarms with time, repeat days, label.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30398" y="3383280"/>
            <a:ext cx="73152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12694" y="1920240"/>
            <a:ext cx="2172614" cy="301752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16122" y="17373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1"/>
          <p:cNvSpPr/>
          <p:nvPr/>
        </p:nvSpPr>
        <p:spPr>
          <a:xfrm>
            <a:off x="3716122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70402" y="21945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6" name="Image 1" descr="/home/claude/icons/s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266" y="224942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40710" y="2834640"/>
            <a:ext cx="191658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sent over HTTPS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940710" y="3520440"/>
            <a:ext cx="191658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 with an auth header proving who's asking.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994453" y="3383280"/>
            <a:ext cx="73152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076749" y="1920240"/>
            <a:ext cx="2172614" cy="301752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980176" y="17373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8"/>
          <p:cNvSpPr/>
          <p:nvPr/>
        </p:nvSpPr>
        <p:spPr>
          <a:xfrm>
            <a:off x="5980176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934456" y="21945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4" name="Image 2" descr="/home/claude/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249424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04765" y="2834640"/>
            <a:ext cx="191658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validates it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204765" y="3520440"/>
            <a:ext cx="191658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auth token, checks the data is well-formed (Pydantic schema).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258507" y="3383280"/>
            <a:ext cx="73152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7340803" y="1920240"/>
            <a:ext cx="2172614" cy="301752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244230" y="17373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5"/>
          <p:cNvSpPr/>
          <p:nvPr/>
        </p:nvSpPr>
        <p:spPr>
          <a:xfrm>
            <a:off x="824423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8198510" y="21945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2" name="Image 3" descr="/home/claude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374" y="2249424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68819" y="2834640"/>
            <a:ext cx="191658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the database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7468819" y="3520440"/>
            <a:ext cx="191658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row is written to the alarms table.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9522562" y="3383280"/>
            <a:ext cx="73152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9604858" y="1920240"/>
            <a:ext cx="2172614" cy="301752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10508285" y="17373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8" name="Text 32"/>
          <p:cNvSpPr/>
          <p:nvPr/>
        </p:nvSpPr>
        <p:spPr>
          <a:xfrm>
            <a:off x="10508285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10462565" y="21945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0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7429" y="2249424"/>
            <a:ext cx="347472" cy="34747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32874" y="2834640"/>
            <a:ext cx="191658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returned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9732874" y="3520440"/>
            <a:ext cx="191658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now shows the alarm as saved — confirmed by the server, not assumed.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THE API IN THIS APP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The Server Decides “Correct”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the phone to grade its own answer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37944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6" name="Image 0" descr="/home/claude/icons/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7" y="1903781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fires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63040" y="21305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calls GET /challenge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724912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871216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1" name="Image 1" descr="/home/claude/icons/puzz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7" y="2937053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8163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a puzzle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463040" y="316382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"7 × 8 = ?" with multiple-choice options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58184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90448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6" name="Image 2" descr="/home/claude/icons/s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7" y="3970325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84962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an answer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63040" y="41970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calls POST /verify with their choice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C1C1E"/>
          </a:solidFill>
          <a:ln/>
        </p:spPr>
      </p:sp>
      <p:sp>
        <p:nvSpPr>
          <p:cNvPr id="20" name="Text 15"/>
          <p:cNvSpPr/>
          <p:nvPr/>
        </p:nvSpPr>
        <p:spPr>
          <a:xfrm>
            <a:off x="6583680" y="18745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A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IS THE ONLY JUDGE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583680" y="2331720"/>
            <a:ext cx="457200" cy="457200"/>
          </a:xfrm>
          <a:prstGeom prst="ellipse">
            <a:avLst/>
          </a:prstGeom>
          <a:solidFill>
            <a:srgbClr val="1F7A4D"/>
          </a:solidFill>
          <a:ln/>
        </p:spPr>
      </p:sp>
      <p:pic>
        <p:nvPicPr>
          <p:cNvPr id="22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238658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23317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178040" y="267004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stops · success screen · stats updated · saved to history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583680" y="3429000"/>
            <a:ext cx="457200" cy="457200"/>
          </a:xfrm>
          <a:prstGeom prst="ellipse">
            <a:avLst/>
          </a:prstGeom>
          <a:solidFill>
            <a:srgbClr val="8A2E2E"/>
          </a:solidFill>
          <a:ln/>
        </p:spPr>
      </p:sp>
      <p:pic>
        <p:nvPicPr>
          <p:cNvPr id="26" name="Image 4" descr="/home/claude/icons/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48386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78040" y="3429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178040" y="376732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keeps ringing · a new challenge, same difficulty, is generated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583680" y="4480560"/>
            <a:ext cx="4709160" cy="0"/>
          </a:xfrm>
          <a:prstGeom prst="line">
            <a:avLst/>
          </a:prstGeom>
          <a:noFill/>
          <a:ln w="12700">
            <a:solidFill>
              <a:srgbClr val="35353B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583680" y="461772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9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phone graded its own answer, a modified app could always say “correct.” The verification endpoint on the server is the one thing that can never be faked.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THE API IN THIS APP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Auth: the Gatekeeper on Every Request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check, reused on every protected route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/protected-example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X-API-Key: bok_Xy9...t2Lp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the header where the secret travels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header → 401.  Wrong or revoked key → 401.  Valid, active key → the route is allowed to run.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892808"/>
            <a:ext cx="530352" cy="53035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2" name="Image 0" descr="/home/claude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5882" y="1956450"/>
            <a:ext cx="403068" cy="4030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223760" y="183794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the presented key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223760" y="222199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SHA-256 hash used when the key was created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63640" y="30632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92240" y="3264408"/>
            <a:ext cx="530352" cy="53035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7" name="Image 1" descr="/home/claude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882" y="3328050"/>
            <a:ext cx="403068" cy="4030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23760" y="320954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it up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7223760" y="359359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stored hashes for a match — raw keys are never stored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63640" y="44348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92240" y="4636008"/>
            <a:ext cx="530352" cy="53035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2" name="Image 2" descr="/home/claud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882" y="4699650"/>
            <a:ext cx="403068" cy="4030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23760" y="458114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+ valid?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223760" y="496519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with 401 if missing, unmatched, or revoked; otherwise proceed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THE API IN THIS APP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Pattern, Four Phases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“engine” in the spec is a model + schema + routes, repeated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1C1C1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2651760" cy="41148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7" name="Shape 5"/>
          <p:cNvSpPr/>
          <p:nvPr/>
        </p:nvSpPr>
        <p:spPr>
          <a:xfrm>
            <a:off x="1623060" y="27889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8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410" y="2849270"/>
            <a:ext cx="382219" cy="3822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Weeks 1–2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1214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9808" y="3474720"/>
            <a:ext cx="224942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Profile, and Alarm APIs — who's using the app, and their first alarm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01568" y="173736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01568" y="173736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1C1C1E"/>
          </a:solidFill>
          <a:ln/>
        </p:spPr>
      </p:sp>
      <p:sp>
        <p:nvSpPr>
          <p:cNvPr id="14" name="Shape 11"/>
          <p:cNvSpPr/>
          <p:nvPr/>
        </p:nvSpPr>
        <p:spPr>
          <a:xfrm>
            <a:off x="3401568" y="2148840"/>
            <a:ext cx="2651760" cy="41148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15" name="Shape 12"/>
          <p:cNvSpPr/>
          <p:nvPr/>
        </p:nvSpPr>
        <p:spPr>
          <a:xfrm>
            <a:off x="4475988" y="27889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6" name="Image 1" descr="/home/claude/icons/puzz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338" y="2849270"/>
            <a:ext cx="382219" cy="38221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38728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Weeks 3–4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538728" y="21214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602736" y="3474720"/>
            <a:ext cx="224942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+ Verification APIs — generate a puzzle, grade it server-side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254496" y="173736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54496" y="173736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1C1C1E"/>
          </a:solidFill>
          <a:ln/>
        </p:spPr>
      </p:sp>
      <p:sp>
        <p:nvSpPr>
          <p:cNvPr id="22" name="Shape 18"/>
          <p:cNvSpPr/>
          <p:nvPr/>
        </p:nvSpPr>
        <p:spPr>
          <a:xfrm>
            <a:off x="6254496" y="2148840"/>
            <a:ext cx="2651760" cy="41148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23" name="Shape 19"/>
          <p:cNvSpPr/>
          <p:nvPr/>
        </p:nvSpPr>
        <p:spPr>
          <a:xfrm>
            <a:off x="7328916" y="27889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4" name="Image 2" descr="/home/claude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266" y="2849270"/>
            <a:ext cx="382219" cy="38221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91656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Weeks 5–6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391656" y="21214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455664" y="3474720"/>
            <a:ext cx="224942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Analytics, Habit Scoring, Recommendation APIs — turn data into insight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9107424" y="173736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107424" y="173736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1C1C1E"/>
          </a:solidFill>
          <a:ln/>
        </p:spPr>
      </p:sp>
      <p:sp>
        <p:nvSpPr>
          <p:cNvPr id="30" name="Shape 25"/>
          <p:cNvSpPr/>
          <p:nvPr/>
        </p:nvSpPr>
        <p:spPr>
          <a:xfrm>
            <a:off x="9107424" y="2148840"/>
            <a:ext cx="2651760" cy="41148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31" name="Shape 26"/>
          <p:cNvSpPr/>
          <p:nvPr/>
        </p:nvSpPr>
        <p:spPr>
          <a:xfrm>
            <a:off x="10181844" y="27889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2" name="Image 3" descr="/home/claude/icons/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2194" y="2849270"/>
            <a:ext cx="382219" cy="38221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44584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Weeks 7–8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9244584" y="21214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9308592" y="3474720"/>
            <a:ext cx="224942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Report APIs, then containerized and deployed to the cloud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THE API IN THIS APP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754880" cy="4754880"/>
          </a:xfrm>
          <a:prstGeom prst="ellipse">
            <a:avLst/>
          </a:prstGeom>
          <a:solidFill>
            <a:srgbClr val="232326"/>
          </a:solidFill>
          <a:ln w="19050">
            <a:solidFill>
              <a:srgbClr val="2C2C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051560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122883"/>
            <a:ext cx="451714" cy="451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82880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Thing to Remember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22960" y="2697480"/>
            <a:ext cx="10058400" cy="1874520"/>
          </a:xfrm>
          <a:prstGeom prst="roundRect">
            <a:avLst>
              <a:gd name="adj" fmla="val 4878"/>
            </a:avLst>
          </a:prstGeom>
          <a:solidFill>
            <a:srgbClr val="232326"/>
          </a:solidFill>
          <a:ln w="12700">
            <a:solidFill>
              <a:srgbClr val="3535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2697480"/>
            <a:ext cx="93268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in this app — login, an alarm, a puzzle, a habit score — is really just a request that passes through the API. The API is the single gate between the phone and the data: it decides who's allowed in, and it's the only place “correct” gets decided.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A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 →  Schema  →  Routes  →  Auth dependency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3218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pattern behind every service in the architecture diagram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2026-07-25T11:37:08Z</dcterms:created>
  <dcterms:modified xsi:type="dcterms:W3CDTF">2026-07-25T11:37:08Z</dcterms:modified>
</cp:coreProperties>
</file>